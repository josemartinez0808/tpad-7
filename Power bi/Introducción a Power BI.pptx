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embeddedFontLst>
    <p:embeddedFont>
      <p:font typeface="Poppins SemiBold" panose="00000700000000000000" pitchFamily="2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2025" y="2406997"/>
            <a:ext cx="26479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30529" y="2930872"/>
            <a:ext cx="7530941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Introducción a Power BI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822352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Conceptos Clave, Extracción de Datos, Power Query, Modelado y Visualización Interactiva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33612"/>
            <a:ext cx="2578893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8043" y="2233612"/>
            <a:ext cx="2578893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233612"/>
            <a:ext cx="2578893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32081" y="2233612"/>
            <a:ext cx="2578893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675" y="252888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28675" y="3252787"/>
            <a:ext cx="194024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Conectar Datos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28675" y="3700462"/>
            <a:ext cx="2083593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Importar información desde cientos de fuentes: archivos Excel, bases de datos SQL, la nube, páginas web y servicios REST API.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45693" y="252888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645693" y="3252787"/>
            <a:ext cx="218777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Transformar (ETL)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645693" y="4033837"/>
            <a:ext cx="2083593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Limpiar, filtrar y estructurar datos desordenados de forma automatizada con el motor de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Power Query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62712" y="252888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462712" y="3252787"/>
            <a:ext cx="218777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Modelar &amp; Calcular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62712" y="4033837"/>
            <a:ext cx="2083593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Crear relaciones entre múltiples tablas y realizar cálculos avanzados de negocio utilizando el lenguaje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DAX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79731" y="252888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279731" y="3252787"/>
            <a:ext cx="218777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Visualizar &amp; Compartir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79731" y="4033837"/>
            <a:ext cx="2083593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Diseñar tableros dinámicos e interactivos y publicarlos para la toma de decisiones en la organización.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6312" y="266223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59993" y="26622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77012" y="26622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13081" y="26622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se puede hacer con Power BI?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14550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81025" y="2238375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la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Vista del Modelo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(Model View) gestionas la arquitectura de datos, las relaciones y las llaves primarias/foráneas entre tablas: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7725" y="294322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Gestión de Llaves: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Conecta campos clave (como ID_Cliente) entre tablas de Hechos y Dimensiones.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7725" y="36099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Cardinalidad: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Configura relaciones de Uno a Muchos (1:*), Uno a Uno (1:1) o Muchos a Muchos (*:*).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7725" y="427672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Dirección de Filtro: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Controla la propagación de filtros cruzados (Única o En ambos sentidos).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7725" y="49434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Ubicación del Icono: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 el 3er icono vertical en la barra lateral izquierda (diagrama de 3 tablas conectadas).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24075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 de Modelo: Relaciones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622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290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957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962525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14550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81025" y="1933575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Proceso de Extracción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2381250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 conectar Power BI con orígenes de datos locales o en la nube para importar estructuras de tablas.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7725" y="30384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Icono Principal: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 ubica en la pestaña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Inicio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como el botón prominente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"Obtener datos" (Get Data)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7725" y="370522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Representación Gráfica: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 cilindro de base de datos dorado junto a hojas de cálculo e iconos de conexión.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47725" y="43719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Orígenes Habituales: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Libros de Excel, SQL Server, Archivos CSV, Carpetas, Web y Servicios OData.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53054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124075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Extracción: Obtener Datos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0575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242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910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1447800" y="5276850"/>
            <a:ext cx="366045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Pestaña Inicio &gt; Obtener Datos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447800" y="5514975"/>
            <a:ext cx="3486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Icono en la cinta superior principal de Power BI Desktop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14550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81025" y="1933575"/>
            <a:ext cx="559069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¿Cómo funciona Power Query?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81025" y="2381250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 el motor ETL de Power BI que ejecuta y guarda una secuencia automatizada de pasos de transformación: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7725" y="30384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Limpieza Automatizada: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Elimina filas nulas, cambia tipos de datos y divide columnas.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7725" y="370522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Pasos Aplicados: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Cada acción se registra como un script M reutilizable.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7725" y="4371975"/>
            <a:ext cx="50577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Acceso / Icono: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 la pestaña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Inicio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haz clic en el botón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"Transformar datos"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(Icono de tabla con cuadrícula).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5305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124075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Power Query: Limpieza de Datos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0575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242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910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352550" y="5276850"/>
            <a:ext cx="29703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Icono "Transformar datos"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352550" y="5514975"/>
            <a:ext cx="28289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Abre el Editor independiente de Power Query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581025" y="1885950"/>
            <a:ext cx="11029950" cy="876300"/>
          </a:xfrm>
          <a:prstGeom prst="roundRect">
            <a:avLst>
              <a:gd name="adj" fmla="val 10869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152525" y="2057400"/>
            <a:ext cx="10267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¿Qué es el Modelado?: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 el proceso de conectar múltiples tablas mediante relaciones lógicas, organizando los datos en esquemas analíticos como el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Esquema en Estrella (Star Schema)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81025" y="2905125"/>
            <a:ext cx="11029950" cy="876300"/>
          </a:xfrm>
          <a:prstGeom prst="roundRect">
            <a:avLst>
              <a:gd name="adj" fmla="val 10869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152525" y="3076575"/>
            <a:ext cx="10267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Lenguaje DAX: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Permite crear columnas calculadas, métricas inteligentes y medidas dinámicas (ej: Ventas YTD, Crecimiento %).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1025" y="3924300"/>
            <a:ext cx="11029950" cy="876300"/>
          </a:xfrm>
          <a:prstGeom prst="roundRect">
            <a:avLst>
              <a:gd name="adj" fmla="val 10869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152525" y="4095750"/>
            <a:ext cx="10267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Ubicación del Icono de Modelado: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el panel vertical izquierdo de Power BI Desktop, corresponde al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tercer icono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(diagrama entidad-relación).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81025" y="4943475"/>
            <a:ext cx="11029950" cy="876300"/>
          </a:xfrm>
          <a:prstGeom prst="roundRect">
            <a:avLst>
              <a:gd name="adj" fmla="val 10869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1152525" y="5114925"/>
            <a:ext cx="10267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Optimización: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la vista de modelado se ocultan IDs técnicos y columnas redundantes para facilitar la lectura al usuario final.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" y="2752725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81025" y="3771900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81025" y="4791075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81025" y="5810250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22145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23373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42529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527208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Modelado: Conceptos e Icono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581025" y="2271712"/>
            <a:ext cx="11029950" cy="619125"/>
          </a:xfrm>
          <a:prstGeom prst="roundRect">
            <a:avLst>
              <a:gd name="adj" fmla="val 15384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1152525" y="2443162"/>
            <a:ext cx="10267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Paso 1 - Panel de Visualizaciones: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Dirígete al panel lateral derecho "Visualizaciones" y busca el icono de tres puntos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(...)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3033712"/>
            <a:ext cx="11029950" cy="619125"/>
          </a:xfrm>
          <a:prstGeom prst="roundRect">
            <a:avLst>
              <a:gd name="adj" fmla="val 15384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1152525" y="3205162"/>
            <a:ext cx="10267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Paso 2 - Abrir AppSource: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Selecciona la opción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"Obtener más elementos visuales"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(Get more visuals).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81025" y="3795712"/>
            <a:ext cx="11029950" cy="619125"/>
          </a:xfrm>
          <a:prstGeom prst="roundRect">
            <a:avLst>
              <a:gd name="adj" fmla="val 15384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1152525" y="3967162"/>
            <a:ext cx="10267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Paso 3 - Buscar el Visual: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el cuadro de búsqueda de AppSource escribe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"xViz"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"Scatter / Bubble Chart"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81025" y="4557712"/>
            <a:ext cx="11029950" cy="876300"/>
          </a:xfrm>
          <a:prstGeom prst="roundRect">
            <a:avLst>
              <a:gd name="adj" fmla="val 10869"/>
            </a:avLst>
          </a:prstGeom>
          <a:solidFill>
            <a:srgbClr val="1122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1152525" y="4729162"/>
            <a:ext cx="102679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Paso 4 - Agregar e Importar: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Selecciona el objeto visual de xViz deseado y haz clic en el botón verde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"Agregar" (Add)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El icono aparecerá disponible en tu panel.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81025" y="2881312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81025" y="3643312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81025" y="4405312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81025" y="5424487"/>
            <a:ext cx="11029950" cy="952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2471737"/>
            <a:ext cx="104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2337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39957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4886325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Gráficos Personalizados xViz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76550"/>
            <a:ext cx="53244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76550"/>
            <a:ext cx="532447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876300" y="3171825"/>
            <a:ext cx="49706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el Modelado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76300" y="3648075"/>
            <a:ext cx="47339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Prioriza esquemas en estrella frente a tablas planas gigantes. Evita relaciones de Muchos a Muchos (*:*) siempre que sea posible para evitar duplicaciones no deseadas.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81775" y="3171825"/>
            <a:ext cx="49706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la Visualización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81775" y="364807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Mantiene un estilo minimalista. Utiliza tarjetas simples para destacar las métricas clave y limita el uso de colores a una paleta corporativa ordenada y profesional.</a:t>
            </a:r>
            <a:endParaRPr/>
          </a:p>
        </p:txBody>
      </p:sp>
      <p:pic>
        <p:nvPicPr>
          <p:cNvPr id="243" name="Google Shape;24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32194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2194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Buenas Prácticas de Diseño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692</Words>
  <Application>Microsoft Office PowerPoint</Application>
  <PresentationFormat>Panorámica</PresentationFormat>
  <Paragraphs>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Poppins SemiBold</vt:lpstr>
      <vt:lpstr>Poppins</vt:lpstr>
      <vt:lpstr>Arial</vt:lpstr>
      <vt:lpstr>Inter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SENA</cp:lastModifiedBy>
  <cp:revision>3</cp:revision>
  <dcterms:modified xsi:type="dcterms:W3CDTF">2026-08-11T15:17:10Z</dcterms:modified>
</cp:coreProperties>
</file>